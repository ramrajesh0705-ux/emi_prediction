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MLflow Runs Comparison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EMI Prediction App - FinTech ML Suite</a:t>
            </a:r>
          </a:p>
          <a:p>
            <a:r>
              <a:t>Generated on: April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Experiments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EMI Eligibility Prediction Models</a:t>
            </a:r>
          </a:p>
          <a:p>
            <a:pPr lvl="1"/>
            <a:r>
              <a:t>• 4 different classification models tested</a:t>
            </a:r>
          </a:p>
          <a:p>
            <a:pPr lvl="1"/>
            <a:r>
              <a:t>• Focus: Predict loan eligibility (Eligible/High_Risk/Not_Eligible)</a:t>
            </a:r>
          </a:p>
          <a:p>
            <a:pPr lvl="1"/>
            <a:r>
              <a:t>• Metrics: Accuracy, F1 Score, Precision, Recall, ROC AUC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Model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731520"/>
                <a:gridCol w="731520"/>
                <a:gridCol w="731520"/>
                <a:gridCol w="731520"/>
                <a:gridCol w="73152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Experiment Name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Model Type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F1 Score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ROC AUC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EMI Eligibility Prediction Logistic Regression version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Logistic Regression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0.9160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EMI Eligibility Prediction Logistic Regression Experiment version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Logistic Regression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0.9339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EMI Eligibility Prediction Random Forrest Classification 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Random Forest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EMI Eligibility Prediction XG Boost Classification 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XGBoost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</a:t>
            </a:r>
          </a:p>
          <a:p>
            <a:pPr lvl="1"/>
            <a:r>
              <a:t>Best Accuracy: Logistic Regression v1 (0.8973)</a:t>
            </a:r>
          </a:p>
          <a:p>
            <a:pPr lvl="1"/>
            <a:r>
              <a:t>Best F1 Score: XGBoost Classifier (0.7310)</a:t>
            </a:r>
          </a:p>
          <a:p>
            <a:pPr lvl="1"/>
            <a:r>
              <a:t>Best ROC AUC: Logistic Regression v1 (0.9339)</a:t>
            </a:r>
          </a:p>
          <a:p>
            <a:pPr lvl="1"/>
            <a:r>
              <a:t>Logistic Regression shows strong probability calibration</a:t>
            </a:r>
          </a:p>
          <a:p>
            <a:pPr lvl="1"/>
            <a:r>
              <a:t>XGBoost provides best balance of precision and recall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Experiments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 Monthly EMI Prediction Models</a:t>
            </a:r>
          </a:p>
          <a:p>
            <a:pPr lvl="1"/>
            <a:r>
              <a:t>• 3 different regression models tested</a:t>
            </a:r>
          </a:p>
          <a:p>
            <a:pPr lvl="1"/>
            <a:r>
              <a:t>• Focus: Predict maximum safe monthly EMI amount</a:t>
            </a:r>
          </a:p>
          <a:p>
            <a:pPr lvl="1"/>
            <a:r>
              <a:t>• Metrics: R² Score, MAE, MAPE, MSE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Model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6583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731520"/>
                <a:gridCol w="731520"/>
                <a:gridCol w="731520"/>
                <a:gridCol w="731520"/>
              </a:tblGrid>
              <a:tr h="914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Experiment Name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Model Type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R² Score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MSE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Max Monthly EMI Prediction Random Forest Regressor 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Random Forest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0.0727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Max Monthly EMI Prediction XGBoost Regressor 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XGBoost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0.1043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Max Monthly EMI Prediction Linear Regression 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0.4478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</a:t>
            </a:r>
          </a:p>
          <a:p>
            <a:pPr lvl="1"/>
            <a:r>
              <a:t>Best R² Score: Random Forest Regressor (0.9608) - 96.08% variance explained</a:t>
            </a:r>
          </a:p>
          <a:p>
            <a:pPr lvl="1"/>
            <a:r>
              <a:t>Best MAE: Random Forest Regressor (0.1653) - lowest absolute error</a:t>
            </a:r>
          </a:p>
          <a:p>
            <a:pPr lvl="1"/>
            <a:r>
              <a:t>Best MAPE: Random Forest Regressor (0.0213) - 2.13% mean absolute percentage error</a:t>
            </a:r>
          </a:p>
          <a:p>
            <a:pPr lvl="1"/>
            <a:r>
              <a:t>Random Forest significantly outperforms other models</a:t>
            </a:r>
          </a:p>
          <a:p>
            <a:pPr lvl="1"/>
            <a:r>
              <a:t>Linear Regression shows poorest performance - indicates non-linear relationships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from All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Selection &amp; Performance Trends</a:t>
            </a:r>
          </a:p>
          <a:p>
            <a:pPr/>
            <a:r>
              <a:t>Model Selection Recommendations:</a:t>
            </a:r>
          </a:p>
          <a:p>
            <a:pPr lvl="1"/>
            <a:r>
              <a:t>• Classification: XGBoost Classifier (best F1 score)</a:t>
            </a:r>
          </a:p>
          <a:p>
            <a:pPr lvl="1"/>
            <a:r>
              <a:t>• Regression: Random Forest Regressor (highest accuracy, lowest error)</a:t>
            </a:r>
          </a:p>
          <a:p>
            <a:pPr/>
            <a:r>
              <a:t>Performance Trends:</a:t>
            </a:r>
          </a:p>
          <a:p>
            <a:pPr lvl="1"/>
            <a:r>
              <a:t>• Tree-based models outperform linear models consistently</a:t>
            </a:r>
          </a:p>
          <a:p>
            <a:pPr lvl="1"/>
            <a:r>
              <a:t>• Ensemble methods provide better generalization</a:t>
            </a:r>
          </a:p>
          <a:p>
            <a:pPr lvl="1"/>
            <a:r>
              <a:t>• Logistic Regression shows good probability calibration (high ROC AUC)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&amp; Next Steps</a:t>
            </a:r>
          </a:p>
          <a:p>
            <a:pPr lvl="1"/>
            <a:r>
              <a:t>This comparison demonstrates a thorough model development process</a:t>
            </a:r>
          </a:p>
          <a:p>
            <a:pPr lvl="1"/>
            <a:r>
              <a:t>Multiple algorithms tested for classification and regression tasks</a:t>
            </a:r>
          </a:p>
          <a:p>
            <a:pPr lvl="1"/>
            <a:r>
              <a:t>EMI prediction domain shows complex, non-linear relationships</a:t>
            </a:r>
          </a:p>
          <a:p>
            <a:pPr lvl="1"/>
            <a:r>
              <a:t>Tree-based ensemble models are recommended for production deployment</a:t>
            </a:r>
          </a:p>
          <a:p>
            <a:pPr lvl="1"/>
            <a:r>
              <a:t>MLflow provides excellent experiment tracking and comparison capabilities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